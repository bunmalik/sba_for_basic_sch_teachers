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8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3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6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0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5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3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3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1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07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92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62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30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39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00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60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3CB6C14-8EA2-497B-A263-0100E8FC007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76A4939-8EB1-40E2-886C-C2245CF4C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2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9F23-471E-4CAC-B110-A291E6839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751352"/>
            <a:ext cx="8825658" cy="2677648"/>
          </a:xfrm>
        </p:spPr>
        <p:txBody>
          <a:bodyPr/>
          <a:lstStyle/>
          <a:p>
            <a:pPr algn="ctr"/>
            <a:r>
              <a:rPr lang="en-US" sz="6000" b="1" dirty="0"/>
              <a:t>AUTOMATED</a:t>
            </a:r>
            <a:br>
              <a:rPr lang="en-US" sz="6000" b="1" dirty="0"/>
            </a:br>
            <a:r>
              <a:rPr lang="en-US" sz="6000" b="1" dirty="0"/>
              <a:t> SCH-BASED ASSESSMENT SHEET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32340-B21C-4B59-B83A-F43C10C8E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690261"/>
            <a:ext cx="8825658" cy="194853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DESIGNED </a:t>
            </a:r>
          </a:p>
          <a:p>
            <a:pPr algn="ctr"/>
            <a:r>
              <a:rPr lang="en-US" sz="2800" b="1" dirty="0"/>
              <a:t>BY </a:t>
            </a:r>
          </a:p>
          <a:p>
            <a:pPr algn="ctr"/>
            <a:r>
              <a:rPr lang="en-US" sz="2800" b="1" dirty="0"/>
              <a:t>DR. ANAS MUSAH</a:t>
            </a:r>
          </a:p>
        </p:txBody>
      </p:sp>
    </p:spTree>
    <p:extLst>
      <p:ext uri="{BB962C8B-B14F-4D97-AF65-F5344CB8AC3E}">
        <p14:creationId xmlns:p14="http://schemas.microsoft.com/office/powerpoint/2010/main" val="2270363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3BF68-D077-4573-8D31-72C6AA57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FOLLOW 5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ACE62-0C82-445A-B2CD-42F4204AA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Download the excel sheet via the link: https://github.com/bunmalik/SBA_FOR_BASIC_SCH_TEACHERS	</a:t>
            </a:r>
          </a:p>
          <a:p>
            <a:r>
              <a:rPr lang="en-US" dirty="0"/>
              <a:t>Step 2: Enter all necessary information in the SETTINGS page.	</a:t>
            </a:r>
          </a:p>
          <a:p>
            <a:r>
              <a:rPr lang="en-US" dirty="0"/>
              <a:t>Step 3: Fill in the results data in the DATA page with students names and </a:t>
            </a:r>
            <a:r>
              <a:rPr lang="en-US" dirty="0" err="1"/>
              <a:t>gengers</a:t>
            </a:r>
            <a:r>
              <a:rPr lang="en-US" dirty="0"/>
              <a:t>.	</a:t>
            </a:r>
          </a:p>
          <a:p>
            <a:r>
              <a:rPr lang="en-US" dirty="0"/>
              <a:t>Step 4: In the ASSESSMENT Page, check if all data results are correct and positions and grades are well captured	</a:t>
            </a:r>
          </a:p>
          <a:p>
            <a:r>
              <a:rPr lang="en-US" dirty="0"/>
              <a:t>Step 5: Go to REPORT_CARD to view and print  Report Card(s)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31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3100-E3E2-4440-8056-045DDBC4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F2AFC-02B2-4D1E-A1C0-24F90B09F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Download the excel sheet via the link: 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u="sng" dirty="0">
                <a:solidFill>
                  <a:srgbClr val="00B0F0"/>
                </a:solidFill>
              </a:rPr>
              <a:t>https://github.com/bunmalik/SBA_FOR_BASIC_SCH_TEACHERS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6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D52E-D509-4E06-AD12-DCBDA4AE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240B-3D5F-48D2-8A52-12BC2EF0B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Please LIKE and SHARE this video if you found it helpful!</a:t>
            </a:r>
          </a:p>
          <a:p>
            <a:endParaRPr lang="en-US" sz="3200" dirty="0"/>
          </a:p>
          <a:p>
            <a:r>
              <a:rPr lang="en-US" sz="3200" dirty="0"/>
              <a:t>📞 For Customization or Support:</a:t>
            </a:r>
          </a:p>
          <a:p>
            <a:r>
              <a:rPr lang="en-US" sz="3200" dirty="0"/>
              <a:t>   Phone: </a:t>
            </a:r>
            <a:r>
              <a:rPr lang="en-US" sz="3200" b="1" dirty="0"/>
              <a:t>0555519160 / 0501374117</a:t>
            </a:r>
            <a:r>
              <a:rPr lang="en-US" sz="3200" dirty="0"/>
              <a:t>.</a:t>
            </a:r>
          </a:p>
          <a:p>
            <a:r>
              <a:rPr lang="en-US" sz="3200" dirty="0"/>
              <a:t>   Email: </a:t>
            </a:r>
            <a:r>
              <a:rPr lang="en-US" sz="3200" b="1" u="sng" dirty="0">
                <a:solidFill>
                  <a:srgbClr val="00B0F0"/>
                </a:solidFill>
              </a:rPr>
              <a:t>bunmalik11@gmail.com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5394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091F-A02E-4754-ACA1-434D0B2E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WATCHING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B7333-7F98-40CD-AE35-BFE50069B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2800" dirty="0"/>
          </a:p>
          <a:p>
            <a:r>
              <a:rPr lang="en-US" sz="2800" dirty="0"/>
              <a:t>THIS IS A GIFT From Me to ALL TEACHERS.</a:t>
            </a:r>
          </a:p>
          <a:p>
            <a:r>
              <a:rPr lang="en-US" sz="2800" dirty="0"/>
              <a:t>PLEASE, BE AT LIBERTY, FEEL FREE AND DOWNLOAD AND USE IT FREE OF CHARGE.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To support this project, contact me on the numbers above.</a:t>
            </a:r>
          </a:p>
        </p:txBody>
      </p:sp>
    </p:spTree>
    <p:extLst>
      <p:ext uri="{BB962C8B-B14F-4D97-AF65-F5344CB8AC3E}">
        <p14:creationId xmlns:p14="http://schemas.microsoft.com/office/powerpoint/2010/main" val="210680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6EA9-9DD4-40E3-BB1B-C2B29CE4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468FD-4964-49EB-820A-2C0DE8323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000" dirty="0"/>
          </a:p>
          <a:p>
            <a:pPr algn="ctr"/>
            <a:r>
              <a:rPr lang="en-US" sz="4000" dirty="0"/>
              <a:t>Thank you for watching!</a:t>
            </a:r>
          </a:p>
          <a:p>
            <a:pPr algn="ctr"/>
            <a:r>
              <a:rPr lang="en-US" sz="4000" dirty="0"/>
              <a:t>Goodbye!</a:t>
            </a:r>
          </a:p>
          <a:p>
            <a:pPr algn="ctr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73284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</TotalTime>
  <Words>230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AUTOMATED  SCH-BASED ASSESSMENT SHEET</vt:lpstr>
      <vt:lpstr>WE FOLLOW 5 STEPS</vt:lpstr>
      <vt:lpstr>Download Information</vt:lpstr>
      <vt:lpstr>CONCLUSION</vt:lpstr>
      <vt:lpstr>THANK YOU FOR WATCHING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ASSESSMENT SHEET</dc:title>
  <dc:creator>Anas Musah</dc:creator>
  <cp:lastModifiedBy>Anas Musah</cp:lastModifiedBy>
  <cp:revision>8</cp:revision>
  <dcterms:created xsi:type="dcterms:W3CDTF">2026-04-26T19:36:20Z</dcterms:created>
  <dcterms:modified xsi:type="dcterms:W3CDTF">2026-04-27T20:55:35Z</dcterms:modified>
</cp:coreProperties>
</file>